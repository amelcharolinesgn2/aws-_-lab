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7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31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1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4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24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3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39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20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36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51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19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6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2BFC-7877-5B80-8FE7-7A30838F8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dynamodb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B6D3C-1F97-702A-2A98-AFF99E3B0C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@</a:t>
            </a:r>
            <a:r>
              <a:rPr lang="en-IN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99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86D6-60A3-4964-740B-391EC7B0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239122-A2B6-7FC7-44CC-D022AEF4A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972" y="2340696"/>
            <a:ext cx="9198428" cy="3363417"/>
          </a:xfrm>
        </p:spPr>
      </p:pic>
    </p:spTree>
    <p:extLst>
      <p:ext uri="{BB962C8B-B14F-4D97-AF65-F5344CB8AC3E}">
        <p14:creationId xmlns:p14="http://schemas.microsoft.com/office/powerpoint/2010/main" val="126846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9973-9DEF-6BD3-8460-37649C07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nosql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594A35-A9DD-7018-C589-C0847AFA3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2694" y="2772506"/>
            <a:ext cx="5086611" cy="2457576"/>
          </a:xfrm>
        </p:spPr>
      </p:pic>
    </p:spTree>
    <p:extLst>
      <p:ext uri="{BB962C8B-B14F-4D97-AF65-F5344CB8AC3E}">
        <p14:creationId xmlns:p14="http://schemas.microsoft.com/office/powerpoint/2010/main" val="75200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148E-FBFF-2AE1-1CF9-7EE02A5C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like format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E0B70-5A00-16BB-7F57-C819AF051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514" y="2264493"/>
            <a:ext cx="6267329" cy="2952902"/>
          </a:xfrm>
        </p:spPr>
      </p:pic>
    </p:spTree>
    <p:extLst>
      <p:ext uri="{BB962C8B-B14F-4D97-AF65-F5344CB8AC3E}">
        <p14:creationId xmlns:p14="http://schemas.microsoft.com/office/powerpoint/2010/main" val="178375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158F-2538-408E-43CB-BC167D36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</a:t>
            </a:r>
            <a:r>
              <a:rPr lang="en-IN" dirty="0" err="1"/>
              <a:t>dyanmodb</a:t>
            </a:r>
            <a:r>
              <a:rPr lang="en-IN" dirty="0"/>
              <a:t> 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77B73-34A5-1732-527B-B6CD52B0F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057" y="2756643"/>
            <a:ext cx="6785790" cy="2849500"/>
          </a:xfrm>
        </p:spPr>
      </p:pic>
    </p:spTree>
    <p:extLst>
      <p:ext uri="{BB962C8B-B14F-4D97-AF65-F5344CB8AC3E}">
        <p14:creationId xmlns:p14="http://schemas.microsoft.com/office/powerpoint/2010/main" val="254782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D804-C341-B7C5-179F-81B7C075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F541D-F0A9-D80C-A422-AE9B603B5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257" y="2289894"/>
            <a:ext cx="6877854" cy="2902099"/>
          </a:xfrm>
        </p:spPr>
      </p:pic>
    </p:spTree>
    <p:extLst>
      <p:ext uri="{BB962C8B-B14F-4D97-AF65-F5344CB8AC3E}">
        <p14:creationId xmlns:p14="http://schemas.microsoft.com/office/powerpoint/2010/main" val="226701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D59C-A37D-8E8F-D3BF-3132D6D1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7D40F-5715-6928-3FCD-7160DFA16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486" y="2499455"/>
            <a:ext cx="7350498" cy="2482978"/>
          </a:xfrm>
        </p:spPr>
      </p:pic>
    </p:spTree>
    <p:extLst>
      <p:ext uri="{BB962C8B-B14F-4D97-AF65-F5344CB8AC3E}">
        <p14:creationId xmlns:p14="http://schemas.microsoft.com/office/powerpoint/2010/main" val="397535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B6CC-F326-F7A3-0F47-1011F99E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9F24-AF73-08CC-768D-4A594CEB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507B-0483-BA98-6D32-3E5C3C05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38DEAF-565F-98DE-5B5C-89A362921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242266"/>
            <a:ext cx="7529048" cy="3331219"/>
          </a:xfrm>
        </p:spPr>
      </p:pic>
    </p:spTree>
    <p:extLst>
      <p:ext uri="{BB962C8B-B14F-4D97-AF65-F5344CB8AC3E}">
        <p14:creationId xmlns:p14="http://schemas.microsoft.com/office/powerpoint/2010/main" val="86267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2A01-5EA1-6650-B42E-08DB2D93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3A5C96-D526-7CDB-79C0-8D5FA0142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657" y="2184400"/>
            <a:ext cx="8189217" cy="3451225"/>
          </a:xfrm>
        </p:spPr>
      </p:pic>
    </p:spTree>
    <p:extLst>
      <p:ext uri="{BB962C8B-B14F-4D97-AF65-F5344CB8AC3E}">
        <p14:creationId xmlns:p14="http://schemas.microsoft.com/office/powerpoint/2010/main" val="46186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7448-EED2-C12B-3D5F-06B15DB5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Capacity mode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168BE1-B243-51D0-213F-28BCE85BF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0344"/>
            <a:ext cx="10515600" cy="4281899"/>
          </a:xfrm>
        </p:spPr>
      </p:pic>
    </p:spTree>
    <p:extLst>
      <p:ext uri="{BB962C8B-B14F-4D97-AF65-F5344CB8AC3E}">
        <p14:creationId xmlns:p14="http://schemas.microsoft.com/office/powerpoint/2010/main" val="173645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18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dynamodb</vt:lpstr>
      <vt:lpstr>definition</vt:lpstr>
      <vt:lpstr>nosql</vt:lpstr>
      <vt:lpstr>Json like format</vt:lpstr>
      <vt:lpstr>How dyanmodb works</vt:lpstr>
      <vt:lpstr>..</vt:lpstr>
      <vt:lpstr>..</vt:lpstr>
      <vt:lpstr>lab</vt:lpstr>
      <vt:lpstr>..</vt:lpstr>
      <vt:lpstr>..</vt:lpstr>
      <vt:lpstr>Capacity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dynamodb</dc:title>
  <dc:creator>john test</dc:creator>
  <cp:lastModifiedBy>PDS</cp:lastModifiedBy>
  <cp:revision>10</cp:revision>
  <dcterms:created xsi:type="dcterms:W3CDTF">2025-01-31T19:52:34Z</dcterms:created>
  <dcterms:modified xsi:type="dcterms:W3CDTF">2026-10-05T07:26:28Z</dcterms:modified>
</cp:coreProperties>
</file>