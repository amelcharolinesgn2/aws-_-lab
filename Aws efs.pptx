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8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914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203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783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862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233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960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904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465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822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500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35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763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244DD-81A3-0264-210D-53072DA452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Aws </a:t>
            </a:r>
            <a:r>
              <a:rPr lang="en-US" dirty="0" smtClean="0"/>
              <a:t>AFS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B4B190-C8A4-7B66-161E-8981993F1D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@</a:t>
            </a:r>
            <a:r>
              <a:rPr lang="en-US" dirty="0" err="1" smtClean="0"/>
              <a:t>Amel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1950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8E9DE-923E-960D-3CDA-CA73BE8CB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42424"/>
                </a:solidFill>
                <a:effectLst/>
                <a:latin typeface="sohne"/>
              </a:rPr>
              <a:t>Introduction to Amazon EFS</a:t>
            </a:r>
            <a:br>
              <a:rPr lang="en-IN" b="1" i="0" dirty="0">
                <a:solidFill>
                  <a:srgbClr val="242424"/>
                </a:solidFill>
                <a:effectLst/>
                <a:latin typeface="so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F7803-03D2-78CF-851B-3F348116F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lnSpc>
                <a:spcPts val="2400"/>
              </a:lnSpc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Amazon Elastic File System (EFS) is a scalable, fully-managed cloud-based file storage service provided by Amazon Web Services (AWS). </a:t>
            </a:r>
          </a:p>
          <a:p>
            <a:pPr algn="l">
              <a:lnSpc>
                <a:spcPts val="2400"/>
              </a:lnSpc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It allows multiple EC2 instances to access a shared file system, which is ideal for use cases like web serving, content management, and data sharing across different applications. </a:t>
            </a:r>
          </a:p>
          <a:p>
            <a:pPr algn="l">
              <a:lnSpc>
                <a:spcPts val="2400"/>
              </a:lnSpc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EFS provides the flexibility and scalability required to handle dynamic workloads and offers high availability and durability by storing data redundantly across multiple Availability Zones (AZs).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1351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B07F6-B0C5-C332-CA4E-FDBBCD40A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0F5356-B739-5A3A-50A1-B9C43CE4CF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4486" y="2016125"/>
            <a:ext cx="6637815" cy="3449638"/>
          </a:xfrm>
        </p:spPr>
      </p:pic>
    </p:spTree>
    <p:extLst>
      <p:ext uri="{BB962C8B-B14F-4D97-AF65-F5344CB8AC3E}">
        <p14:creationId xmlns:p14="http://schemas.microsoft.com/office/powerpoint/2010/main" val="3618518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544C7-768F-A7E3-EB99-C7D2ACFB2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Key Features of Amazon EFS</a:t>
            </a:r>
            <a:br>
              <a:rPr lang="en-US" b="1" i="0" dirty="0">
                <a:solidFill>
                  <a:srgbClr val="242424"/>
                </a:solidFill>
                <a:effectLst/>
                <a:latin typeface="so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E1DEA-B473-D9EC-0D1B-B398720AD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ts val="2400"/>
              </a:lnSpc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Scalability: EFS automatically scales up or down as you add or remove files without any need for manual intervention.</a:t>
            </a:r>
          </a:p>
          <a:p>
            <a:pPr algn="l">
              <a:lnSpc>
                <a:spcPts val="2400"/>
              </a:lnSpc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Availability and Durability: Data is stored redundantly across multiple AZs.</a:t>
            </a:r>
          </a:p>
          <a:p>
            <a:pPr algn="l">
              <a:lnSpc>
                <a:spcPts val="2400"/>
              </a:lnSpc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Compatibility: Supports Network File System (NFS) protocol, making it compatible with various operating systems and applications.</a:t>
            </a:r>
          </a:p>
          <a:p>
            <a:pPr algn="l">
              <a:lnSpc>
                <a:spcPts val="2400"/>
              </a:lnSpc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Security: Integrates with AWS IAM, VPC, and AWS KMS for robust security measures.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6649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C416B-4193-D805-0466-4753087F6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Disadvantages of EBS that EFS Overcomes</a:t>
            </a:r>
            <a:br>
              <a:rPr lang="en-US" b="1" i="0" dirty="0">
                <a:solidFill>
                  <a:srgbClr val="242424"/>
                </a:solidFill>
                <a:effectLst/>
                <a:latin typeface="so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B764B-D239-2054-5DD9-1503E6E14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ts val="2400"/>
              </a:lnSpc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While Amazon Elastic Block Store (EBS) is a reliable storage solution, it has some limitations:</a:t>
            </a:r>
          </a:p>
          <a:p>
            <a:pPr lvl="1">
              <a:lnSpc>
                <a:spcPts val="2400"/>
              </a:lnSpc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Single Instance Attachment: EBS volumes can only be attached to a single EC2 instance at a time, limiting its use for shared storage scenarios.</a:t>
            </a:r>
          </a:p>
          <a:p>
            <a:pPr lvl="1">
              <a:lnSpc>
                <a:spcPts val="2400"/>
              </a:lnSpc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Scalability: EBS requires manual intervention to resize volumes and adjust performance, which can be cumbersome and time-consuming.</a:t>
            </a:r>
          </a:p>
          <a:p>
            <a:pPr lvl="1">
              <a:lnSpc>
                <a:spcPts val="2400"/>
              </a:lnSpc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Availability: EBS volumes are tied to a single Availability Zone (AZ), making them less resilient to AZ failures compared to EFS, which spans multiple AZs for high availability and durability.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7620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FA26A-0556-4D0B-8B51-5165EC0BC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320C3-AD12-6472-1A82-89C860469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9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277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sohne</vt:lpstr>
      <vt:lpstr>source-serif-pro</vt:lpstr>
      <vt:lpstr>Wingdings</vt:lpstr>
      <vt:lpstr>Office Theme</vt:lpstr>
      <vt:lpstr>Aws AFS</vt:lpstr>
      <vt:lpstr>Introduction to Amazon EFS </vt:lpstr>
      <vt:lpstr>..</vt:lpstr>
      <vt:lpstr>Key Features of Amazon EFS </vt:lpstr>
      <vt:lpstr>Disadvantages of EBS that EFS Overcomes </vt:lpstr>
      <vt:lpstr>lab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AFS</dc:title>
  <dc:creator>john test</dc:creator>
  <cp:lastModifiedBy>PDS</cp:lastModifiedBy>
  <cp:revision>7</cp:revision>
  <dcterms:created xsi:type="dcterms:W3CDTF">2025-02-01T03:38:49Z</dcterms:created>
  <dcterms:modified xsi:type="dcterms:W3CDTF">2026-10-05T07:12:51Z</dcterms:modified>
</cp:coreProperties>
</file>