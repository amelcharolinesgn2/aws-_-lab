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84" y="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554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030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8137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2989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691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8452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0723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6471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9724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7194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60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157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FE154-C131-F58C-9816-9549AF4AA1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Aws trusted advisor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9C2F9F-2848-86A8-7B24-09F9D29DEB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@</a:t>
            </a:r>
            <a:r>
              <a:rPr lang="en-US" dirty="0" err="1" smtClean="0"/>
              <a:t>Amel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1761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65D3F-64BC-444A-3999-294AC9F47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CD939A-33D6-80D0-5A25-40EA04E7F5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ts val="2400"/>
              </a:lnSpc>
            </a:pP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AWS Trusted Advisor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 provides recommendations to follow best practices by checking your account. It helps to optimize your AWS account by checking the Fault </a:t>
            </a:r>
            <a:r>
              <a:rPr lang="en-US" b="0" i="0" dirty="0" err="1">
                <a:solidFill>
                  <a:srgbClr val="242424"/>
                </a:solidFill>
                <a:effectLst/>
                <a:latin typeface="source-serif-pro"/>
              </a:rPr>
              <a:t>Tolerance,improve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 performance and security, reduce cost and monitoring service quotas.</a:t>
            </a:r>
          </a:p>
          <a:p>
            <a:r>
              <a:rPr lang="en-US" dirty="0">
                <a:effectLst/>
              </a:rPr>
              <a:t/>
            </a:r>
            <a:br>
              <a:rPr lang="en-US" dirty="0">
                <a:effectLst/>
              </a:rPr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D5D27F-728B-66AC-3FF8-6B9CBCB627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4376" y="3120838"/>
            <a:ext cx="7569589" cy="2768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096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ECCE8-BDA0-01EF-26FF-B5AD0BE00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C8774-5529-2DAA-B968-38D22490D9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ts val="2400"/>
              </a:lnSpc>
            </a:pP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Cost </a:t>
            </a:r>
            <a:r>
              <a:rPr lang="en-US" b="1" i="0" dirty="0" err="1">
                <a:solidFill>
                  <a:srgbClr val="242424"/>
                </a:solidFill>
                <a:effectLst/>
                <a:latin typeface="source-serif-pro"/>
              </a:rPr>
              <a:t>Optimiztion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 — It helps you to reduce the cost by </a:t>
            </a:r>
            <a:r>
              <a:rPr lang="en-US" b="0" i="0" dirty="0" err="1">
                <a:solidFill>
                  <a:srgbClr val="242424"/>
                </a:solidFill>
                <a:effectLst/>
                <a:latin typeface="source-serif-pro"/>
              </a:rPr>
              <a:t>analyse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 the usage and </a:t>
            </a:r>
            <a:r>
              <a:rPr lang="en-US" b="0" i="0" dirty="0" err="1">
                <a:solidFill>
                  <a:srgbClr val="242424"/>
                </a:solidFill>
                <a:effectLst/>
                <a:latin typeface="source-serif-pro"/>
              </a:rPr>
              <a:t>spended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 money for services. Ex: un-used </a:t>
            </a:r>
            <a:r>
              <a:rPr lang="en-US" b="0" i="0" dirty="0" err="1">
                <a:solidFill>
                  <a:srgbClr val="242424"/>
                </a:solidFill>
                <a:effectLst/>
                <a:latin typeface="source-serif-pro"/>
              </a:rPr>
              <a:t>resources,idle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 DB </a:t>
            </a:r>
            <a:r>
              <a:rPr lang="en-US" b="0" i="0" dirty="0" err="1">
                <a:solidFill>
                  <a:srgbClr val="242424"/>
                </a:solidFill>
                <a:effectLst/>
                <a:latin typeface="source-serif-pro"/>
              </a:rPr>
              <a:t>instances,under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-utilized EBS volumes, excessive timeout in lambda functions.</a:t>
            </a:r>
          </a:p>
          <a:p>
            <a:pPr algn="l">
              <a:lnSpc>
                <a:spcPts val="2400"/>
              </a:lnSpc>
            </a:pP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Performance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 — It helps to improve the performance of services by </a:t>
            </a:r>
            <a:r>
              <a:rPr lang="en-US" b="0" i="0" dirty="0" err="1">
                <a:solidFill>
                  <a:srgbClr val="242424"/>
                </a:solidFill>
                <a:effectLst/>
                <a:latin typeface="source-serif-pro"/>
              </a:rPr>
              <a:t>analysing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 the usage and configurations. Ex: EBS throughput and latency, configurations on </a:t>
            </a:r>
            <a:r>
              <a:rPr lang="en-US" b="0" i="0" dirty="0" err="1">
                <a:solidFill>
                  <a:srgbClr val="242424"/>
                </a:solidFill>
                <a:effectLst/>
                <a:latin typeface="source-serif-pro"/>
              </a:rPr>
              <a:t>cloudfront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,</a:t>
            </a:r>
          </a:p>
          <a:p>
            <a:pPr algn="l">
              <a:lnSpc>
                <a:spcPts val="2400"/>
              </a:lnSpc>
            </a:pP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Security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 — It helps to secure your AWS environment. Ex: </a:t>
            </a:r>
            <a:r>
              <a:rPr lang="en-US" b="0" i="0" dirty="0" err="1">
                <a:solidFill>
                  <a:srgbClr val="242424"/>
                </a:solidFill>
                <a:effectLst/>
                <a:latin typeface="source-serif-pro"/>
              </a:rPr>
              <a:t>securiy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 group risks, exposed access </a:t>
            </a:r>
            <a:r>
              <a:rPr lang="en-US" b="0" i="0" dirty="0" err="1">
                <a:solidFill>
                  <a:srgbClr val="242424"/>
                </a:solidFill>
                <a:effectLst/>
                <a:latin typeface="source-serif-pro"/>
              </a:rPr>
              <a:t>keys,unnecessary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 S3 bucket permissions.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22560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F9F5D-3372-9017-5CAF-401CADFDE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..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B457A-8792-8B45-6CFD-8D1C7BE0E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ts val="2400"/>
              </a:lnSpc>
            </a:pP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Fault Tolerance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 — improve the </a:t>
            </a:r>
            <a:r>
              <a:rPr lang="en-US" b="0" i="0" dirty="0" err="1">
                <a:solidFill>
                  <a:srgbClr val="242424"/>
                </a:solidFill>
                <a:effectLst/>
                <a:latin typeface="source-serif-pro"/>
              </a:rPr>
              <a:t>reliablity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 of your AWS </a:t>
            </a:r>
            <a:r>
              <a:rPr lang="en-US" b="0" i="0" dirty="0" err="1">
                <a:solidFill>
                  <a:srgbClr val="242424"/>
                </a:solidFill>
                <a:effectLst/>
                <a:latin typeface="source-serif-pro"/>
              </a:rPr>
              <a:t>services.Ex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: auto scaling, disabled </a:t>
            </a:r>
            <a:r>
              <a:rPr lang="en-US" b="0" i="0" dirty="0" err="1">
                <a:solidFill>
                  <a:srgbClr val="242424"/>
                </a:solidFill>
                <a:effectLst/>
                <a:latin typeface="source-serif-pro"/>
              </a:rPr>
              <a:t>availablity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 zones, deleted health checks on route 53,disabled RDS backups.</a:t>
            </a:r>
          </a:p>
          <a:p>
            <a:pPr algn="l">
              <a:lnSpc>
                <a:spcPts val="2400"/>
              </a:lnSpc>
            </a:pP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Service Quota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 — used to create more resources in your AWS account. Trusted Advisor will guide you when you reach more than 80% of quota.</a:t>
            </a:r>
          </a:p>
          <a:p>
            <a:pPr algn="l">
              <a:lnSpc>
                <a:spcPts val="2400"/>
              </a:lnSpc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Recommendations are grouped into 3 categories. They are </a:t>
            </a: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“Green” 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means no problem detected, </a:t>
            </a: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“Orange” 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means investigation recommended, </a:t>
            </a: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“Red” 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means Action recommended.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8672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22BBD-FEEA-6CFB-D538-961995F33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..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7F8ACF6-894D-9C02-0C65-CA11B2343F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28547"/>
            <a:ext cx="10515600" cy="3945494"/>
          </a:xfrm>
        </p:spPr>
      </p:pic>
    </p:spTree>
    <p:extLst>
      <p:ext uri="{BB962C8B-B14F-4D97-AF65-F5344CB8AC3E}">
        <p14:creationId xmlns:p14="http://schemas.microsoft.com/office/powerpoint/2010/main" val="2741139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07387-DC0F-4DAD-F23A-D8AC582F6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..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A190D24-B2BD-19D7-7AED-3658618A5E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0590" y="3083672"/>
            <a:ext cx="9150820" cy="1835244"/>
          </a:xfrm>
        </p:spPr>
      </p:pic>
    </p:spTree>
    <p:extLst>
      <p:ext uri="{BB962C8B-B14F-4D97-AF65-F5344CB8AC3E}">
        <p14:creationId xmlns:p14="http://schemas.microsoft.com/office/powerpoint/2010/main" val="1447976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17</Words>
  <Application>Microsoft Office PowerPoint</Application>
  <PresentationFormat>Widescreen</PresentationFormat>
  <Paragraphs>15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source-serif-pro</vt:lpstr>
      <vt:lpstr>Office Theme</vt:lpstr>
      <vt:lpstr>Aws trusted advisor</vt:lpstr>
      <vt:lpstr>definition</vt:lpstr>
      <vt:lpstr>recommendation</vt:lpstr>
      <vt:lpstr>..</vt:lpstr>
      <vt:lpstr>..</vt:lpstr>
      <vt:lpstr>..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trusted advisor</dc:title>
  <dc:creator>john test</dc:creator>
  <cp:lastModifiedBy>PDS</cp:lastModifiedBy>
  <cp:revision>4</cp:revision>
  <dcterms:created xsi:type="dcterms:W3CDTF">2025-02-01T03:16:41Z</dcterms:created>
  <dcterms:modified xsi:type="dcterms:W3CDTF">2026-10-05T07:21:04Z</dcterms:modified>
</cp:coreProperties>
</file>