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93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999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133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71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97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35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53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47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988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37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085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E130-344D-7CED-2F91-F337A7ADA9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Aws ECS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42F98-34AA-EC13-3A81-71BB1ABFF7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@</a:t>
            </a:r>
            <a:r>
              <a:rPr lang="en-IN" dirty="0" err="1" smtClean="0"/>
              <a:t>Amel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27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59A6-CAAA-C800-6275-49CFAC67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ECS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053" y="1690688"/>
            <a:ext cx="4581937" cy="39434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693" y="616211"/>
            <a:ext cx="3353226" cy="3353226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5344236" cy="467199"/>
          </a:xfrm>
        </p:spPr>
        <p:txBody>
          <a:bodyPr>
            <a:normAutofit lnSpcReduction="1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59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8DACD-3E76-4177-193D-E870DD73F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6CAB30-435E-C62F-2C29-56E245272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8472" y="365125"/>
            <a:ext cx="4992142" cy="2051877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7008"/>
            <a:ext cx="7312717" cy="33488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737" y="3057099"/>
            <a:ext cx="2919611" cy="204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6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80334-A4CE-3650-36D2-840D6F2CB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ecs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A6E3B8-286C-0A43-A8AF-1862699AA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9458" y="2369273"/>
            <a:ext cx="7442998" cy="2743341"/>
          </a:xfrm>
        </p:spPr>
      </p:pic>
    </p:spTree>
    <p:extLst>
      <p:ext uri="{BB962C8B-B14F-4D97-AF65-F5344CB8AC3E}">
        <p14:creationId xmlns:p14="http://schemas.microsoft.com/office/powerpoint/2010/main" val="152755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311D-45AA-5B97-CC02-243F90921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B2CA5D-EE64-797C-24A7-8934C1FC82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6016" y="2674076"/>
            <a:ext cx="5219968" cy="2654436"/>
          </a:xfrm>
        </p:spPr>
      </p:pic>
    </p:spTree>
    <p:extLst>
      <p:ext uri="{BB962C8B-B14F-4D97-AF65-F5344CB8AC3E}">
        <p14:creationId xmlns:p14="http://schemas.microsoft.com/office/powerpoint/2010/main" val="272195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A2FC-4824-7091-1561-7616C28B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65948E-7243-FEB6-F9CB-D24F1B691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7142" y="2407375"/>
            <a:ext cx="7565571" cy="3220539"/>
          </a:xfrm>
        </p:spPr>
      </p:pic>
    </p:spTree>
    <p:extLst>
      <p:ext uri="{BB962C8B-B14F-4D97-AF65-F5344CB8AC3E}">
        <p14:creationId xmlns:p14="http://schemas.microsoft.com/office/powerpoint/2010/main" val="39851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A3DB-3F94-2D55-0D81-F45FBF0AB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FDDC9-3DCF-2455-AE59-7E6B17053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53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11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Aws ECS</vt:lpstr>
      <vt:lpstr>ECS</vt:lpstr>
      <vt:lpstr>Definition</vt:lpstr>
      <vt:lpstr>Why ecs</vt:lpstr>
      <vt:lpstr>terms</vt:lpstr>
      <vt:lpstr>..</vt:lpstr>
      <vt:lpstr>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ECS</dc:title>
  <dc:creator>john test</dc:creator>
  <cp:lastModifiedBy>PDS</cp:lastModifiedBy>
  <cp:revision>7</cp:revision>
  <dcterms:created xsi:type="dcterms:W3CDTF">2025-01-31T18:50:59Z</dcterms:created>
  <dcterms:modified xsi:type="dcterms:W3CDTF">2026-10-05T07:12:07Z</dcterms:modified>
</cp:coreProperties>
</file>